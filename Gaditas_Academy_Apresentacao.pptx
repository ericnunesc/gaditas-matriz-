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657600"/>
            <a:ext cx="2286000" cy="148590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926080"/>
            <a:ext cx="1371600" cy="731520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GADITAS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ACADEMY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Completo de Gestão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Frequência · Financeiro · Alunos · Loja · Relatórios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4630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33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gaditas-matriz.vercel.app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REAIS DA ACADEMIA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Resultados em Tempo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182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1920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4572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TOTAL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1417320"/>
            <a:ext cx="1920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1417320"/>
            <a:ext cx="4572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490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6032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ATIVOS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80560" y="1417320"/>
            <a:ext cx="1920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417320"/>
            <a:ext cx="457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490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1772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ESTE MÊS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37960" y="1417320"/>
            <a:ext cx="1920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1417320"/>
            <a:ext cx="45720" cy="10058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490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675120" y="20391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INATIVOS +30d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606040"/>
            <a:ext cx="1920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06040"/>
            <a:ext cx="45720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6791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496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02920" y="3227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TREINOS REGISTRADOS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23160" y="2606040"/>
            <a:ext cx="1920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23160" y="2606040"/>
            <a:ext cx="4572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26791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560320" y="3227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ATLETAS / SEMANA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2606040"/>
            <a:ext cx="1920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80560" y="2606040"/>
            <a:ext cx="4572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26791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101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617720" y="3227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CHECK-INS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537960" y="2606040"/>
            <a:ext cx="19202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37960" y="2606040"/>
            <a:ext cx="4572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6791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R$2.2k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6675120" y="3227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 NO MÊS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977640"/>
            <a:ext cx="45720" cy="7772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extraídos ao vivo do painel admin — Junho/2026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líder: BJJ 20:20 com 101 check-ins · 102 adultos · 37 kids · JJJ 120 / MT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🦁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7432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LEÃO KIDS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2240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Amarela/Preta 2º Grau — JJJ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249631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Vermelha ponta Azul Clara — MT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880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FALTAM 14 AULAS P/ PRÓXIMA FAIXA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" y="3108960"/>
            <a:ext cx="2926080" cy="137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108960"/>
            <a:ext cx="1188720" cy="137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429000"/>
            <a:ext cx="3291840" cy="411480"/>
          </a:xfrm>
          <a:prstGeom prst="rect">
            <a:avLst/>
          </a:prstGeom>
          <a:solidFill>
            <a:srgbClr val="052E1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CONTRATO ASSINADO — Mensal R$120/mês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0" y="274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o Aluno Vê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777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na palma da mão, no celular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1188720"/>
            <a:ext cx="2286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243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0288" y="12435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Calendário de Treinos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90288" y="1481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mensal com dias e modalidades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37960" y="1188720"/>
            <a:ext cx="2286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243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13448" y="124358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Medalhas de Mérito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013448" y="1481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· Comportamento · Companheirismo · Disciplina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0" y="2057400"/>
            <a:ext cx="2286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1122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90288" y="21122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Histórico de Graduações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90288" y="2350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completa de faixas conquistadas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537960" y="2057400"/>
            <a:ext cx="2286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1122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3448" y="21122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Contrato Digital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13448" y="2350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Assinado e acessível a qualquer hora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114800" y="2926080"/>
            <a:ext cx="2286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9809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90288" y="29809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Meu Financeiro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90288" y="32186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Faturas em aberto, pagamentos e status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7960" y="2926080"/>
            <a:ext cx="2286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29809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🛍️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13448" y="29809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Loja da Academia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013448" y="32186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exclusivos Gaditas Academy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14800" y="3794760"/>
            <a:ext cx="2286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0" y="38496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90288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Relatos de Saúde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90288" y="4087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direta com o professor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537960" y="3794760"/>
            <a:ext cx="22860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9400" y="38496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013448" y="384962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Depoimentos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13448" y="40873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 sua evolução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PROFESSOR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Mikhael Dias Thibes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Marrom 0º Grau (JJJ) · Azul Escura (MT) · Acesso completo à gestão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45720" cy="12344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Acompanhamento Individual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frequência, metas e status de cada aluno por turma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64592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645920"/>
            <a:ext cx="45720" cy="1234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Relatos de Saúde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Receba alertas de alunos doentes ou machucados e responda diretamente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4592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Comunicados Segmentados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2286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avisos por faixa, modalidade, kids, adulto ou individual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63240"/>
            <a:ext cx="4572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🎬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Técnica da Semana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Publique vídeos de posições e técnicas para os alunos estudarem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306324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3063240"/>
            <a:ext cx="45720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93192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Check-in Rápido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por turma ou confirmação manual com 1 clique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3063240"/>
            <a:ext cx="27432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306324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58000" y="3200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Medalhas de Mérito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703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Conceda leões de atenção, comportamento, companheirismo e disciplina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84124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Mikhael — 8 aulas JJJ + 3 MT ministradas · Faltam 32 para meta de graduação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FINANCEIRO ADMIN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Controle Total do Caixa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direta com ASAAS · Assinaturas recorrentes · Alertas de inadimplência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7432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2743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R$ 2.210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 — JUNHO/2026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pagamentos confirmados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1691640"/>
            <a:ext cx="27432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691640"/>
            <a:ext cx="27432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R$ 2.250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ATRASO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faturas pendentes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74320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691640"/>
            <a:ext cx="2743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8288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reduzir para 20%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8680" y="34838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Novos Cadastros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" y="3685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de notificação para cada novo aluno inscrito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91840" y="3429000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94760" y="34838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Faturas Detalhadas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94760" y="3685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pagamentos por aluno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3429000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💳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348386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Assinatura Recorrente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20840" y="368503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Débito automático mensal, semestral, familiar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4069080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📲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41239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 Automático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68680" y="43251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cobrança para inadimplentes com 1 clique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0" y="4069080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94760" y="41239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Vencimento em Destaque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794760" y="43251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"PAGUE ESTA PRIMEIRO" — evita pagamento errado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217920" y="4069080"/>
            <a:ext cx="27432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20840" y="41239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Cancelamento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720840" y="43251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 assinatura diretamente pelo painel admin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&amp; RELATÓRIOS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Visão 360° da Academia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GESTÃO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737360"/>
            <a:ext cx="45720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922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❤️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17739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Relatos de Saúde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1956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Alunos enviam relatos — professor responde e marca como resolvido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40280"/>
            <a:ext cx="45720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9514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96112" y="2276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Aniversariantes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96112" y="245973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automática de aniversários do mês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43200"/>
            <a:ext cx="45720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9806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277977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Depoimentos Pendentes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" y="296265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Modere avaliações antes de publicar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246120"/>
            <a:ext cx="45720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009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328269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Enquetes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96112" y="346557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votações para os alunos responderem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749040"/>
            <a:ext cx="45720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80390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🏫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96112" y="378561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Área do Professor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96112" y="396849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· Técnica · Vídeos · Senha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402336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251960"/>
            <a:ext cx="45720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3068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👥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6112" y="4288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Área do Aluno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6112" y="44714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· Edição · Lista de Atletas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5488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1737360"/>
            <a:ext cx="18288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1773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139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5760720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1737360"/>
            <a:ext cx="18288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1773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7772400" y="19202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423160"/>
            <a:ext cx="18288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3F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760720" y="2606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Inativos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66560" y="2423160"/>
            <a:ext cx="182880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24597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7772400" y="2606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54880" y="3246120"/>
            <a:ext cx="4023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3246120"/>
            <a:ext cx="45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3282696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🏅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5285232" y="326440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"QUEM GRADUA?"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85232" y="342900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convocados por faixa e performance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754880" y="3685032"/>
            <a:ext cx="4023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54880" y="3685032"/>
            <a:ext cx="45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372160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📈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285232" y="3703320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Freq. Estatística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85232" y="386791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496 treinos · 124 atletas/semana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754880" y="4123944"/>
            <a:ext cx="4023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54880" y="4123944"/>
            <a:ext cx="45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92040" y="4160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💾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285232" y="41422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Backup Completo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285232" y="430682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dos dados em 1 clique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4754880" y="4562856"/>
            <a:ext cx="402336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54880" y="4562856"/>
            <a:ext cx="45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92040" y="4599432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🔍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285232" y="458114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Filtros Avançados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285232" y="4745736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Kids, adulto, faixa, modalidade, inativos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Mais Recursos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· Eventos · Loja · QR Code · PWA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8346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283464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⏰ Horários &amp; Turmas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semanal completa (JJJ, MT, Kids, Submission)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404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por turma para check-in automático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9352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15min antes/após a aula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Edição inline pelo admin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 de aula com aviso aos alunos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8346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34440"/>
            <a:ext cx="283464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📅 Eventos &amp; Ligas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de eventos com limite de vagas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2404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 com link de pagamento InfinitePay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0" y="29352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inscritos por evento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Gaditas Faixa Branca, Liga Interna JJJ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vagas em tempo real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0" y="1234440"/>
            <a:ext cx="283464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234440"/>
            <a:ext cx="283464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🛍️ Loja Integrada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Vitrine com fotos dos produtos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55080" y="24048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categoria (camisas, outros)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55080" y="29352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para produto principal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34655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gerenciamento admin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39959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pedidos dos alunos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800600"/>
            <a:ext cx="859536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28032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Instala no celular como app nativo (PWA) — sem precisar de App Store ou Google Play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 Sistema, Três Visões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vê exatamente o que precisa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834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283464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Nunes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Preta 3º Grau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financeiro completo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dashboard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alunos e professores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557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para todos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950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de eventos e loja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343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dos dados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834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234440"/>
            <a:ext cx="283464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2618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🥋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93192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PROFESSOR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Mikhael Dias Thibes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Marrom JJJ · Azul Escura MT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2900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Relatos de saúde dos alunos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2900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Conferir frequência da turma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técnica da semana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557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manual no tatame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3950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Conceder medalhas de mérito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29000" y="4343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atletas da turma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1234440"/>
            <a:ext cx="28346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1234440"/>
            <a:ext cx="283464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126187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⭐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90372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ALUNO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03720" y="15727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Leão Kids 🦁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5080" y="2057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Amarela/Preta 2º Grau JJJ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00800" y="2377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calendário de treinos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27706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para próxima faixa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31638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Medalhas e conquistas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355701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e contrato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39502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Relatos para o professor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0" y="4343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da academia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PRONTO PARA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TRANSFORMAR SUA ACADEMIA?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Gaditas Academy já gerencia 139 atletas, 496 treinos registrados e controle financeiro completo.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um único app — alunos, professores e admin na mesma plataforma.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PWA — instala no celular sem App Store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63440" y="3291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Check-in por QR Code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Financeiro integrado com ASAAS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36576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WhatsApp automático para inadimplentes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Relatórios e graduação por performance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40233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Multi-perfil: admin · professor · aluno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274320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08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gaditas-matriz.vercel.app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Gaditas Academy — Sistema de Gestão</dc:title>
  <dc:subject>PptxGenJS Presentation</dc:subject>
  <dc:creator>PptxGenJS</dc:creator>
  <cp:lastModifiedBy>PptxGenJS</cp:lastModifiedBy>
  <cp:revision>1</cp:revision>
  <dcterms:created xsi:type="dcterms:W3CDTF">2026-06-07T21:13:19Z</dcterms:created>
  <dcterms:modified xsi:type="dcterms:W3CDTF">2026-06-07T21:13:19Z</dcterms:modified>
</cp:coreProperties>
</file>